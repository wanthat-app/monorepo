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8" r:id="rId30"/>
    <p:sldId id="263" r:id="rId15"/>
    <p:sldId id="262" r:id="rId14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67" r:id="rId19"/>
    <p:sldId id="291" r:id="rId43"/>
    <p:sldId id="268" r:id="rId20"/>
    <p:sldId id="269" r:id="rId21"/>
    <p:sldId id="264" r:id="rId16"/>
    <p:sldId id="265" r:id="rId17"/>
    <p:sldId id="266" r:id="rId18"/>
    <p:sldId id="270" r:id="rId22"/>
    <p:sldId id="271" r:id="rId23"/>
    <p:sldId id="272" r:id="rId24"/>
    <p:sldId id="279" r:id="rId31"/>
    <p:sldId id="280" r:id="rId32"/>
    <p:sldId id="281" r:id="rId33"/>
    <p:sldId id="282" r:id="rId34"/>
    <p:sldId id="283" r:id="rId35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31.xml"/><Relationship Id="rId26" Type="http://schemas.openxmlformats.org/officeDocument/2006/relationships/slide" Target="slides/slide32.xml"/><Relationship Id="rId27" Type="http://schemas.openxmlformats.org/officeDocument/2006/relationships/slide" Target="slides/slide33.xml"/><Relationship Id="rId28" Type="http://schemas.openxmlformats.org/officeDocument/2006/relationships/slide" Target="slides/slide34.xml"/><Relationship Id="rId29" Type="http://schemas.openxmlformats.org/officeDocument/2006/relationships/slide" Target="slides/slide35.xml"/><Relationship Id="rId30" Type="http://schemas.openxmlformats.org/officeDocument/2006/relationships/slide" Target="slides/slide7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"Wanthat turns the product links people already send to friends into cashback — I'll show the product in two minutes, then spend the rest on how it's built."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 — the redirect hot path must absorb viral spikes at zero idle cost, and the auth path must not depend on a relational database resume. (The data-homes diagram is in backup B6.)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 —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 —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 —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docs/AWS_Architecture.md —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a miss member-catalog invokes retailer-linkgen, which calls AliExpress; both writes are same-table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every invoke arrow starts outside the VPC and the conversion chain is always settlement -&gt;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split-by-guarantee is the next slide's architecture in miniature — PII never leaves Cognito, the viral read path never leaves DynamoDB, and money only ever APPENDS in Aurora. Per-column schemas are in backup B10/B11.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ADR-0005. The Cognito constraint means a hot multi-region identity tier is off the table regardless of budget - the SLA argument and the platform constraint point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RPO minutes in-region via PITR; cross-region protects against region loss with RTO hours. Cognito PII has no cross-region recovery - a documented, accepted MVP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Alarm list is deliberately short - every alarm is actionable. Funnel events are business analytics, not ops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 is verifiable end-to-end with one SQL window query. When we scrubbed PII from historical payloads (2026-07), the migration recomputed the whole chain and it still verifies - an auditable rewrite, not a silent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tables, all on-demand with PITR. The counter-in-table pattern keeps exact counts transactional without cross-table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WAF stays flat at every scale - member API operations bypass CloudFront entirely. Breaks BEFORE the bill: account concurrency 10 (~10k users, peaks) - AliExpress rate limits (ADR-0021) - Aurora's 50-connection cap post-quota-raise (only THEN does the proxy earn its cost) - the 2-ACU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 ·  Dennis Potashnik  ·  July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3" y="5074920"/>
            <a:ext cx="145389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87952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507492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02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9" y="2208276"/>
            <a:ext cx="338328" cy="338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2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59" y="3671316"/>
            <a:ext cx="338328" cy="338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Rakuten and Honey 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02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59" y="5134356"/>
            <a:ext cx="338328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Organic word-of-mouth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brands keep growing influencer budgets while organic word-of-mouth — which converts better — stays invisible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02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412" y="2226564"/>
            <a:ext cx="338328" cy="338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is the single registered affiliate across AliExpress / Shein / Amazon and others — when a friend buys, the commission flows in and is split between the recommender and the buyer.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It monetizes a behavior that already exists.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5" y="209854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3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075" y="209854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3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0836" y="209854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3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5" y="4274820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3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075" y="4274820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₪20+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03_i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60836" y="4274820"/>
            <a:ext cx="338328" cy="33832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go/no-go 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4327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product pulled,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4336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on WhatsApp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7496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3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4344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 — with the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47504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6B7B73"/>
                </a:solidFill>
                <a:latin typeface="Space Mono"/>
              </a:rPr>
              <a:t>→ aliexpress.com — attributed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2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4352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Signed in, sent to the store — purchase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312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59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4607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048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4896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₪20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91640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1943100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35608" y="1929384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468880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 in one package: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6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1943100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20640" y="1929384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468880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in-deploy; verify no orphaned resources after deploys.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1691640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11312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6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943100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05672" y="1929384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2468880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ADRs beside the code. Locked: change is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050792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23367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6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4302252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35608" y="428853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828032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Avoid constant costs: zero interface endpoints, scale-to-zero, on-demand DBs.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4050792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26280" y="423367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6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0288" y="4302252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120640" y="428853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828032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spike.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28432" y="4050792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11312" y="423367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302252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05672" y="428853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Security by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11312" y="4828032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Least privilege per function — IAM + one Postgres role each; money is append-only + audited; PII isolated in Cognito; workers never HTTP-exposed.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model — three homes, one key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44168" y="1481328"/>
            <a:ext cx="9509760" cy="4206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  <p:pic>
        <p:nvPicPr>
          <p:cNvPr id="10" name="Picture 9" descr="slide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2221857"/>
            <a:ext cx="9144000" cy="27251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57607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References across stores are soft — keys plus idempotency, never foreign keys or cross-store transactions. The Cognito sub ties PII, links and money together.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stores and cost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(one role per function: wallet_reader / ledger_reader SELECT-only, ledger_writer INSERT-only, audit_writer = audit_append 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(9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cross-STORE transactions exist anywhere — counter rows live inside the counted table (single-table TransactWriteItems); each ledger append commits with its audit witness in ONE Aurora transaction (the single intra-store exception), and replays stay no-ops via the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starting 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852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Hanken Grotesk"/>
              </a:rPr>
              <a:t>Starting with:  in-VPC Aurora Serverless v2   and   DynamoDB on-demand.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UC1 — member creates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SPA is served from S3 via CloudFront.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Cognito-native authentication at the application level.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retailer link is created ONCE per product (cache; linkgen is the sole writer).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UC2 — the recommendation is shared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This is the hot path.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recommendation page is server-rendered and cached on CloudFront (60 s, origin-controlled).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TS landing app boots on the page for auth / registration and redirect-link generation.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UC3 — registration, login, guest + redirect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Every registration appends a hash-chained audit row — each row carries the previous row's hash.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audit_writer is granted EXECUTE on the procedure ONLY.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stored procedure serializes concurrent appends (advisory lock).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UC4 — settlement pulled in the background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Internal-only flow — the ONLY path that can append wallet entries (GRANT-enforced).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Side use case: FX rates pulled from the exchange-rate provider.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UC5 — the member home page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An Aurora cold resume may delay the wallet total + recent activity.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Everything else is operational immediately.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UC6 — the admin console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Cognito Managed Login; a SEPARATE employee pool.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Operational-data management; money views are read-only.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additional use cases, same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Observability.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Guest attribution within the affiliation window.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Manual attribution of unattributed settlements.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Ops counters for real-time admin stats.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Offline analytics.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~10x cheaper per message at scale —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(backup B2)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983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— flagged for split.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costs micro-cents per thousand clicks and cannot touch Aurora — cost scales with revenue-bearing traffic, not with virality.</a:t>
            </a:r>
          </a:p>
          <a:p>
            <a:r>
              <a:rPr sz="1250" b="1">
                <a:solidFill>
                  <a:srgbClr val="15201C"/>
                </a:solidFill>
                <a:latin typeface="Hanken Grotesk"/>
              </a:rPr>
              <a:t>Scale projection (10 → 100k users): next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Known limits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→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Decisions and trade-offs  ·  sequence diagrams  ·  schemas  ·  operations  ·  the ADR map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Auth — three options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ALTERNATIVE — NOT PURSUED: 2 Lambdas + 3 tables + a crypto path buy exactly ONE feature — userless Face ID; the requirement was waived, so that cost buys nothing.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userless Face ID waived (remembered-phone one-prompt kept); phone enumeration accepted (preventUserExistenceErrors LEGACY) — mitigated by pool WAF rate rules; JWT revocation lags up to 15 min on our APIs (stateless authorizer, 15-minute access tokens) — acceptable for the current member surface.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the retailer 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—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— the conversion chain is always proxy → writer (invoke), and admin claim intents settle asynchronously on the next poll heartbeat.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→ RDS Proxy; steady traffic →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and retry semantics, and the retailer offers no reliable one anyway (ADR-0009).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— the product promise is days, not seconds).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volume.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Lifecycle is data, not mutation: pending → confirmed → clawback are separate immutable rows;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ledger_writer can INSERT; audit_append is SECURITY DEFINER and the only door into the audit log.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the same way.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4158" y="1618488"/>
            <a:ext cx="6383378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750" y="1783080"/>
            <a:ext cx="6054194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5464" y="1618488"/>
            <a:ext cx="10580767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056" y="1783080"/>
            <a:ext cx="10251583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3455" y="1879849"/>
            <a:ext cx="10844784" cy="43784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2044441"/>
            <a:ext cx="10515600" cy="404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Trade-off — HA vs single region (ADR-0005)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Chosen: single active region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Target: 99.5% availability (~3.6 h/month) — lenient by design for an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il-central-1 active; eu-central-1 is a RESTORE target, not a standby.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RPO ~minutes (PITR); RTO ~hours (region-loss rebuild from cross-region copies).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Hard constraint: Cognito has NO multi-region replication in il-central-1 — hot identity failover is not natively possible at any spend.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Rejected, and when to revisit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Active-passive multi-region now: not required for 99.5%; identity failover would be non-native anyway; unjustified cost + complexity at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In-region backups only: a region incident would lose a money ledger — unacceptable at any SLA.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Revisit: an SLA beyond 99.5%, or identity region-loss recovery becoming a hard requirement.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Backup strategy (ADR-0005)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73736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181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In-region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Cross-region (eu-central-1)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ledger +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PITR, continuous — RPO ~minutes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Automated-snapshot 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DynamoDB (9 tables)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 on every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Export / copy for the redirect projection + attribution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Funnel + audit events (S3)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Versioning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Cross-region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 Manager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(identity + ALL PII)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by the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NONE — no cross-region recovery in MVP (accepted, documented)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1206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The hash-chained audit log complements backups: restores are tamper-evident, not just recoverable.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Status honesty: PITR is live everywhere; the cross-region copy jobs are the one deferred item of ADR-0005 — tracked, not yet deployed.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Observability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Per-surface CloudWatch dashboards: API count / 5xx / p95, Lambda errors / throttles / p95, Aurora ACU + connections, SMS spend. Edge dashboard (CloudFront + WAF) in us-east-1.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X-Ray tracing on every function; structured logs with retention bounds — dev 1 month, prod 6 months.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SNS -&gt; ops email: per-Lambda errors (13 steady-state functions), per-API 5xx, Aurora connections at 80% of the 50 cap, month-to-date SMS spend at 80% of the cap.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The two deploy-time triggers are excluded BY DESIGN — their failure fails the deploy itself.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Funnel pipeline: CloudWatch Logs subscription filters on landing / retailer-settlement / ledger-writer pick impression, click, conversion, order_untracked.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-&gt; Firehose -&gt; date-partitioned S3 -&gt; Glue -&gt; Athena with partition projection.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The alarm list is deliberately short — every alarm is actionable; funnel events are business analytics, not ops noise, which is why they leave CloudWatch.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Aurora schema + the hash chain — conceptual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wallet_entry — the append-only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cognito_sub, kind, amount_minor, currency, order_id, recommendation_id, status, created_at — no FK anywhere (the user store is Cognito).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Lifecycle is rows, not updates: pending -&gt; confirmed -&gt; clawback are separate immutable appends;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Unique (order_id, kind, status) = poll idempotency; UPDATE / DELETE revoked from every role.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Every append commits with its audit_append witness in ONE transaction (2026-07-18) — no ledger row can exist unwitnessed.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audit_log — hash-chained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prev_hash, entry_hash, payload jsonb, created_at.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SECURITY DEFINER audit_append is the ONLY door in — an advisory lock serializes writers so the chain can never fork.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entry_hash = sha256(prev_hash | payload | epoch(created_at)) — any edit anywhere breaks every later hash.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B10</a:t>
            </a:r>
          </a:p>
        </p:txBody>
      </p:sp>
      <p:pic>
        <p:nvPicPr>
          <p:cNvPr id="14" name="Picture 13" descr="slide-b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340" y="4892040"/>
            <a:ext cx="6649416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DynamoDB schemas + GSIs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00200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749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Table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Keys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GSI / extras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Purpose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product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storeId + storeProductId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 row in-table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retailer product cache (linkgen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byOwner (ownerId, createdAt) + counter 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short-link projection + per-link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guest_attribution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 -&gt; member carry-over at signup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poller_state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stateKey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order-poll cursor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unattributed_order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byState (state, firstSeenAt)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admin claim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runtime_config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configKey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kill switches (admin-console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ops_counters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exact counters + daily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pair (USD#ILS)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 display-estimate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1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otp_sink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phone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TTL 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parked OTP codes (admin view)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53212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All on-demand + PITR. Exact counters: the #counter sentinel row lives INSIDE the counted table — create/delete + ADD itemCount ride ONE same-table TransactWriteItems (sparse: no ownerId, so GSIs exclude it).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No cross-table transaction exists anywhere — cross-entity consistency is keys + idempotent writes, by design.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06654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18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0665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8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206654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15872" y="1618488"/>
            <a:ext cx="5959951" cy="45354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464" y="1783080"/>
            <a:ext cx="5630767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ADR-0003 + 0006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9295" y="1664883"/>
            <a:ext cx="8833104" cy="29795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B14</a:t>
            </a:r>
          </a:p>
        </p:txBody>
      </p:sp>
      <p:pic>
        <p:nvPicPr>
          <p:cNvPr id="11" name="Picture 10" descr="slide-b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290" y="1829475"/>
            <a:ext cx="8441113" cy="265040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→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Settlement poll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+ absolute stat SETs make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Notification invoke keeps failing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Welcome message undelivered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Lambda async retry x2 → real-payload SQS DLQ (redrivable); kill-switched skips return success and never DLQ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—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→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(ADR-0006)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projection by user 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554480"/>
          <a:ext cx="108813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463040"/>
                <a:gridCol w="1463040"/>
                <a:gridCol w="1463040"/>
                <a:gridCol w="1463040"/>
                <a:gridCol w="1463040"/>
              </a:tblGrid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 (prod)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1,000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10,000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100,000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ACLs, fixed + $0.60/M req)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API Gateway (~$1.2/M)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(256MB arm64)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on-demand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(compute + storage)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 (8-ACU minimum)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($0.015/MAU after 10k free)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CloudFront + misc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Total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~$20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~$65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~$215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~$1,835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6235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B7B73"/>
                </a:solidFill>
                <a:latin typeface="Hanken Grotesk"/>
              </a:rPr>
              <a:t>Assumptions: 10 operations/user/day, ~70/30 read-write, il-central-1 approximate prices, prod only; every active user = 1 Cognito MAU; RDS Proxy included from 10k users.</a:t>
            </a:r>
          </a:p>
          <a:p>
            <a:r>
              <a:rPr sz="1100">
                <a:solidFill>
                  <a:srgbClr val="6B7B73"/>
                </a:solidFill>
                <a:latin typeface="Hanken Grotesk"/>
              </a:rPr>
              <a:t>Two step functions, then linear: Aurora stops sleeping (~1k users); the Cognito free tier ends at exactly 10k MAU. Per-user at 100k: ~$0.018/month.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