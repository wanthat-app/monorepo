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48745" y="1481328"/>
            <a:ext cx="5894204" cy="5084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337" y="1645920"/>
            <a:ext cx="5565020" cy="4754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