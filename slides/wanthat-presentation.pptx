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3" r:id="rId15"/>
    <p:sldId id="262" r:id="rId14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67" r:id="rId19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31.xml"/><Relationship Id="rId26" Type="http://schemas.openxmlformats.org/officeDocument/2006/relationships/slide" Target="slides/slide32.xml"/><Relationship Id="rId27" Type="http://schemas.openxmlformats.org/officeDocument/2006/relationships/slide" Target="slides/slide33.xml"/><Relationship Id="rId28" Type="http://schemas.openxmlformats.org/officeDocument/2006/relationships/slide" Target="slides/slide34.xml"/><Relationship Id="rId29" Type="http://schemas.openxmlformats.org/officeDocument/2006/relationships/slide" Target="slides/slide35.xml"/><Relationship Id="rId30" Type="http://schemas.openxmlformats.org/officeDocument/2006/relationships/slide" Target="slides/slide7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WAF stays flat at every scale - member API operations bypass CloudFront entirely. The scaling costs live in identity (Cognito MAU), Aurora always-on, and the per-request stack (~$90/month combined at 100k).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 ·  Dennis Potashnik  ·  July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Organic word-of-mouth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brands keep growing influencer budgets while organic word-of-mouth — which converts better — stays invisible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is the single registered affiliate across AliExpress / Shein / Amazon and others — when a friend buys, the commission flows in and is split between the recommender and the buyer.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It monetizes a behavior that already exists.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7" y="214426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116" y="214426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in-deploy; verify no orphaned resources after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404" y="214426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ADRs beside the code. Locked: change is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2144268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Avoid constant costs: zero interface endpoints, scale-to-zero, on-demand DBs.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980" y="2144268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spike.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model — three homes, one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4168" y="1481328"/>
            <a:ext cx="950976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  <p:pic>
        <p:nvPicPr>
          <p:cNvPr id="10" name="Picture 9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221857"/>
            <a:ext cx="9144000" cy="2725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7607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References across stores are soft — keys plus idempotency, never foreign keys or cross-store transactions. The Cognito sub ties PII, links and money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stores and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cross-STORE transactions exist anywhere — counter rows live inside the counted table (single-table TransactWriteItems); each ledger append commits with its audit witness in ONE Aurora transaction (the single intra-store exception), and replays stay no-ops via the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starting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Hanken Grotesk"/>
              </a:rPr>
              <a:t>Starting with:  in-VPC Aurora Serverless v2   and   DynamoDB on-demand.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UC1 — member creates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SPA is served from S3 via CloudFront.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Cognito-native authentication at the application level.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retailer link is created ONCE per product (cache; linkgen is the sole writer).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UC2 — the recommendation is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This is the hot path.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recommendation page is server-rendered and cached on CloudFront (60 s, origin-controlled).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TS landing app boots on the page for auth / registration and redirect-link generation.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UC3 — registration, login, guest + redirect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 registration appends a hash-chained audit row — each row carries the previous row's hash.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audit_writer is granted EXECUTE on the procedure ONLY.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stored procedure serializes concurrent appends (advisory lock).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UC4 — settlement pulled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Internal-only flow — the ONLY path that can append wallet entries (GRANT-enforced).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Side use case: FX rates pulled from the exchange-rate provider.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UC5 — the member home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An Aurora cold resume may delay the wallet total + recent activity.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Everything else is operational immediately.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UC6 — the admin console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 Managed Login; a SEPARATE employee pool.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Operational-data management; money views are read-only.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additional use cases, same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Observability.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Guest attribution within the affiliation window.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Manual attribution of unattributed settlements.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Ops counters for real-time admin stats.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Offline analytics.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  <a:p>
            <a:r>
              <a:rPr sz="1250" b="1">
                <a:solidFill>
                  <a:srgbClr val="15201C"/>
                </a:solidFill>
                <a:latin typeface="Hanken Grotesk"/>
              </a:rPr>
              <a:t>Scale projection (10 → 100k users): backup B17.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Known limits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→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— mitigated by pool WAF rate rules; JWT revocation lags up to 1 h on our APIs (stateless authorizer) — acceptable while the only member surface is a read-only wallet.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Every append commits with its audit_append witness in ONE transaction (2026-07-18) — no ledger row can exist unwitnessed.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  <p:pic>
        <p:nvPicPr>
          <p:cNvPr id="11" name="Picture 10" descr="slide-b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0" y="1829475"/>
            <a:ext cx="8441113" cy="265040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progression — 10 to 100k active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Active users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 (prod)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What dominates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the fixed floor (WAF $14 + Aurora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~$55-75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stops scaling to zero (~$35-55)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~$90-150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still inside the Cognito free tier (10k MAU)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10,000 + RDS Proxy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~$190-250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proxy 8-ACU minimum = ~$100/month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~$1,730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MAU $1,350 = 78% of the bill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4572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6B7B73"/>
                </a:solidFill>
                <a:latin typeface="Hanken Grotesk"/>
              </a:rPr>
              <a:t>Assumptions: 10 operations/user/day (wallet refresh, create recommendation), ~70/30 read-write, il-central-1 approximate prices, prod only; every active user = 1 Cognito MAU.</a:t>
            </a:r>
          </a:p>
          <a:p>
            <a:r>
              <a:rPr sz="1150" b="0">
                <a:solidFill>
                  <a:srgbClr val="6B7B73"/>
                </a:solidFill>
                <a:latin typeface="Hanken Grotesk"/>
              </a:rPr>
              <a:t>Two step functions, then linear: Aurora stops sleeping (~1k users); the Cognito free tier ends at exactly 10k MAU ($0.015/MAU after). Per-user at 100k: ~$0.017/month.</a:t>
            </a:r>
          </a:p>
          <a:p>
            <a:r>
              <a:rPr sz="1150" b="0">
                <a:solidFill>
                  <a:srgbClr val="6B7B73"/>
                </a:solidFill>
                <a:latin typeface="Hanken Grotesk"/>
              </a:rPr>
              <a:t>Breaks BEFORE the bill: account concurrency 10 (~10k users, peaks) - AliExpress rate limits (ADR-0021) - Aurora 50 connections post-quota-raise (only THEN the proxy) - the 2-ACU max.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