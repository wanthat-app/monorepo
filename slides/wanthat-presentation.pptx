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sentence: Wanthat turns the product links people already send to friends into cashback — I'll show the product in two minutes, then spend the rest on how it's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Word-of-mouth drives 20-50% of purchases and nobody pays for it. We are not building an influencer platform — the persona is a regular person in four family WhatsApp groups.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gates decide Phase 2 (group sharing, two-sided rewards) and a pre-seed raise.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whole loop is two taps for the member; the friend's landing carries the personal review, which is the trust mechanic. Screens are the design-handoff mocks.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 the "Estimated" chip — cashback is held in the settlement currency and the ILS headline is a display estimate (ADR-0017); conversion happens at withdrawal.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five drove every decision that follows; when two conflicted, cost and money-safety won.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left to right: (1) no auth service — the browser talks to Cognito directly; OTP rides a custom sender, WhatsApp-default, kill-switched. (2) Member APIs split into non-VPC app-links and in-VPC app-core — only what touches money enters the VPC. (3) The friend's click never leaves DynamoDB. (4) Money enters only through the scheduled pipeline: retailer-proxy fetches, the in-VPC writer appends. Full per-table version in docs/AWS_Architecture.md.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asked why not one Postgres for everything: the redirect hot path must absorb viral spikes at zero idle cost, and the auth path must not depend on a relational database resume.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sequence diagram in backup B1. The C-&gt;B migration was possible pre-release: one dev user deleted, no migration burden.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il-central-1 gaps shaped this too: no RDS Data API (killed the no-VPC data path), no Lambda Function URLs (landing sits behind an HTTP API).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Sequence in backup B3. Unmatched orders are not dropped: they park in unattributed_order and an admin claim settles on the next heartbeat.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Numbers are il-central-1 approximations; the point is the shape: a ~$20 measured floor, then linear with usage.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row is documented in an ADR or the architecture doc - none of these are surprises.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Registration IS SignUp; OTP and passkey logins; the only Aurora touch is the wallet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Cache-first product resolve; on miss the proxy calls AliExpress; both writes are same-table transactions with their counter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Impression, click, purchase, 15-min poll, attribution resolve, append-only ledger + audit chain.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Only what touches Aurora enters the VPC; in-VPC functions cannot call out — the conversion chain is always proxy → writer; a NAT Gateway would be the single biggest fixed cost in the account.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13.png"/><Relationship Id="rId5" Type="http://schemas.openxmlformats.org/officeDocument/2006/relationships/image" Target="../media/image14.jpg"/><Relationship Id="rId6" Type="http://schemas.openxmlformats.org/officeDocument/2006/relationships/image" Target="../media/image15.jp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7FE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7373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9DB6AB"/>
                </a:solidFill>
                <a:latin typeface="Space Mono"/>
              </a:rPr>
              <a:t>ISRAEL MVP  ·  AWS SERVERLESS  ·  IL-CENTRAL-1 (TEL AVIV)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789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200" b="1">
                <a:solidFill>
                  <a:srgbClr val="FFFFFF"/>
                </a:solidFill>
                <a:latin typeface="Space Grotesk"/>
              </a:rPr>
              <a:t>want</a:t>
            </a:r>
            <a:r>
              <a:rPr sz="7200" b="1">
                <a:solidFill>
                  <a:srgbClr val="7FE0B0"/>
                </a:solidFill>
                <a:latin typeface="Space Grotesk"/>
              </a:rPr>
              <a:t>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5661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solidFill>
                  <a:srgbClr val="BFD3CB"/>
                </a:solidFill>
                <a:latin typeface="Space Grotesk"/>
              </a:rPr>
              <a:t>Earn cashback by sharing what you love.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343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9DB6AB"/>
                </a:solidFill>
                <a:latin typeface="Hanken Grotesk"/>
              </a:rPr>
              <a:t>Product &amp; architecture overview — 20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5074920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1050" b="0">
                <a:solidFill>
                  <a:srgbClr val="9DB6AB"/>
                </a:solidFill>
                <a:latin typeface="Space Mono"/>
              </a:rPr>
              <a:t>1 · the business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9464" y="5074920"/>
            <a:ext cx="1458468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1050" b="0">
                <a:solidFill>
                  <a:srgbClr val="9DB6AB"/>
                </a:solidFill>
                <a:latin typeface="Space Mono"/>
              </a:rPr>
              <a:t>2 · the product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92524" y="5074920"/>
            <a:ext cx="1847088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1050" b="0">
                <a:solidFill>
                  <a:srgbClr val="9DB6AB"/>
                </a:solidFill>
                <a:latin typeface="Space Mono"/>
              </a:rPr>
              <a:t>3 · the architecture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4204" y="5074920"/>
            <a:ext cx="1769364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1050" b="0">
                <a:solidFill>
                  <a:srgbClr val="9DB6AB"/>
                </a:solidFill>
                <a:latin typeface="Space Mono"/>
              </a:rPr>
              <a:t>backup · deep dives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Every everyday shopper becomes an affiliate — automatically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8A968F"/>
                </a:solidFill>
                <a:latin typeface="Space Mono"/>
              </a:rPr>
              <a:t>THE GAP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956816"/>
            <a:ext cx="5349240" cy="1325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2139696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8" name="Picture 7" descr="b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248" y="2206264"/>
            <a:ext cx="342351" cy="34235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72184" y="2176272"/>
            <a:ext cx="4434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Shoppers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761488"/>
            <a:ext cx="4946903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150" b="0">
                <a:solidFill>
                  <a:srgbClr val="6B7B73"/>
                </a:solidFill>
                <a:latin typeface="Hanken Grotesk"/>
              </a:rPr>
              <a:t>share product links every day — "where did you get that?" — and earn nothing for the purchases they drive.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419856"/>
            <a:ext cx="5349240" cy="1325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68680" y="3602736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3" name="Picture 12" descr="cardp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248" y="3669304"/>
            <a:ext cx="342351" cy="34235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472184" y="3639312"/>
            <a:ext cx="4434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Cashback platforms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224528"/>
            <a:ext cx="4946903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150" b="0">
                <a:solidFill>
                  <a:srgbClr val="6B7B73"/>
                </a:solidFill>
                <a:latin typeface="Hanken Grotesk"/>
              </a:rPr>
              <a:t>reward passive shopping through their own portal; the social recommendation goes unpaid and unmeasured.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882896"/>
            <a:ext cx="5349240" cy="1325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68680" y="5065776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8" name="Picture 17" descr="broadca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248" y="5132344"/>
            <a:ext cx="342351" cy="34235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72184" y="5102352"/>
            <a:ext cx="4434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Brands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" y="5687568"/>
            <a:ext cx="4946903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150" b="0">
                <a:solidFill>
                  <a:srgbClr val="6B7B73"/>
                </a:solidFill>
                <a:latin typeface="Hanken Grotesk"/>
              </a:rPr>
              <a:t>keep growing influencer budgets while organic word-of-mouth — which converts better — stays invisible.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16459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1F7A57"/>
                </a:solidFill>
                <a:latin typeface="Space Mono"/>
              </a:rPr>
              <a:t>THE PRODUCT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46520" y="1956816"/>
            <a:ext cx="5074920" cy="4114800"/>
          </a:xfrm>
          <a:prstGeom prst="roundRect">
            <a:avLst>
              <a:gd name="adj" fmla="val 55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56832" y="2157984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24" name="Picture 23" descr="l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3400" y="2224552"/>
            <a:ext cx="342351" cy="34235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675120" y="2788920"/>
            <a:ext cx="46177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500" b="1">
                <a:solidFill>
                  <a:srgbClr val="15201C"/>
                </a:solidFill>
                <a:latin typeface="Hanken Grotesk"/>
              </a:rPr>
              <a:t>Wanthat turns the link you already send into a tracked affiliate link. </a:t>
            </a:r>
            <a:r>
              <a:rPr sz="1500" b="0">
                <a:solidFill>
                  <a:srgbClr val="15201C"/>
                </a:solidFill>
                <a:latin typeface="Hanken Grotesk"/>
              </a:rPr>
              <a:t>Wanthat is the single registered affiliate across AliExpress / Awin / eBay — when a friend buys, the commission flows in and the majority is credited back to the recommender as cashback.</a:t>
            </a:r>
          </a:p>
          <a:p>
            <a:pPr>
              <a:spcBef>
                <a:spcPts val="1400"/>
              </a:spcBef>
            </a:pPr>
            <a:r>
              <a:rPr sz="1400" b="1">
                <a:solidFill>
                  <a:srgbClr val="1F7A57"/>
                </a:solidFill>
                <a:latin typeface="Space Grotesk"/>
              </a:rPr>
              <a:t>It monetizes a behavior that already exists — without changing it.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5201C"/>
                </a:solidFill>
                <a:latin typeface="Space Grotesk"/>
              </a:rPr>
              <a:t>Why Israel, why now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02735" y="202996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7" name="Picture 6" descr="c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9304" y="2096536"/>
            <a:ext cx="342351" cy="34235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86968" y="1975104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66%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697480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of Israeli online orders are AliExpress — the MVP integration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828800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97496" y="202996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2" name="Picture 11" descr="ch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4064" y="2096536"/>
            <a:ext cx="342351" cy="34235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81728" y="1975104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#1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2697480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WhatsApp penetration among the highest globally — group sharing is a daily habit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1828800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92256" y="202996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7" name="Picture 16" descr="tre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58824" y="2096536"/>
            <a:ext cx="342351" cy="34235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476488" y="1975104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$17B+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6488" y="2697480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global affiliate market — a proven commercial model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005072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602735" y="420624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22" name="Picture 21" descr="cl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304" y="4272808"/>
            <a:ext cx="342351" cy="34235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86968" y="4151376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3 days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" y="4873752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AliExpress attribution window — sharing must be instant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80560" y="4005072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397496" y="420624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27" name="Picture 26" descr="ban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64064" y="4272808"/>
            <a:ext cx="342351" cy="342351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681728" y="4151376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₪50+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81728" y="4873752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payout via bank / card / Bit / PayBox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75320" y="4005072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1192256" y="420624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32" name="Picture 31" descr="targe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258824" y="4272808"/>
            <a:ext cx="342351" cy="342351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476488" y="4151376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Month 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76488" y="4873752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gates: 500 active sharers · &gt;20% CTR · &gt;6% conversion · &gt;50% 30-day return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How it works — share a recommendation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" y="1700784"/>
            <a:ext cx="2108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wanthat.app/create</a:t>
            </a:r>
          </a:p>
        </p:txBody>
      </p:sp>
      <p:pic>
        <p:nvPicPr>
          <p:cNvPr id="6" name="Picture 5" descr="flow-1-create-lin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1880205" cy="324612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274320" y="5440679"/>
            <a:ext cx="224596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1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Member pastes a product link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2541" y="3497579"/>
            <a:ext cx="59708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2172" y="1700784"/>
            <a:ext cx="2108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wanthat.app/create</a:t>
            </a:r>
          </a:p>
        </p:txBody>
      </p:sp>
      <p:pic>
        <p:nvPicPr>
          <p:cNvPr id="10" name="Picture 9" descr="flow-2-link-read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6472" y="2103120"/>
            <a:ext cx="1880205" cy="324612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2623592" y="5440679"/>
            <a:ext cx="224596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2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Link ready — cashback split shown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1814" y="3497579"/>
            <a:ext cx="59708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41444" y="1700784"/>
            <a:ext cx="2108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WhatsApp — off-platform</a:t>
            </a:r>
          </a:p>
        </p:txBody>
      </p:sp>
      <p:pic>
        <p:nvPicPr>
          <p:cNvPr id="14" name="Picture 13" descr="flow-3-whatsapp-sha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5744" y="2103120"/>
            <a:ext cx="1880205" cy="324612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4972864" y="5440679"/>
            <a:ext cx="224596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3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Shared — disclosure included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1086" y="3497579"/>
            <a:ext cx="59708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90717" y="1700784"/>
            <a:ext cx="2108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wanthat.app/p/Mx7Qa</a:t>
            </a:r>
          </a:p>
        </p:txBody>
      </p:sp>
      <p:pic>
        <p:nvPicPr>
          <p:cNvPr id="18" name="Picture 17" descr="flow-4-friend-landing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5017" y="2103120"/>
            <a:ext cx="1880205" cy="324612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7322137" y="5440679"/>
            <a:ext cx="224596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4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Friend opens the branded landing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30358" y="3497579"/>
            <a:ext cx="59708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39989" y="1700784"/>
            <a:ext cx="2108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→ aliexpress.com</a:t>
            </a:r>
          </a:p>
        </p:txBody>
      </p:sp>
      <p:pic>
        <p:nvPicPr>
          <p:cNvPr id="22" name="Picture 21" descr="flow-5-redirect-stor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54289" y="2103120"/>
            <a:ext cx="1880205" cy="324612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9671409" y="5440679"/>
            <a:ext cx="224596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5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Sent to the store — attributed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How it works — the cashback comes back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" y="1700784"/>
            <a:ext cx="232065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wanthat.app/activity</a:t>
            </a:r>
          </a:p>
        </p:txBody>
      </p:sp>
      <p:pic>
        <p:nvPicPr>
          <p:cNvPr id="6" name="Picture 5" descr="earn-1-activi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2092059" cy="361188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274320" y="5806440"/>
            <a:ext cx="245781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1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Conversion tracked — pending until the store confirms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94395" y="3680460"/>
            <a:ext cx="262857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35517" y="1700784"/>
            <a:ext cx="232065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wanthat.app/home</a:t>
            </a:r>
          </a:p>
        </p:txBody>
      </p:sp>
      <p:pic>
        <p:nvPicPr>
          <p:cNvPr id="10" name="Picture 9" descr="earn-2-wallet-hom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9817" y="2103120"/>
            <a:ext cx="2092059" cy="361188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4866937" y="5806440"/>
            <a:ext cx="245781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2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Wallet credited — estimated ILS over real currencies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7013" y="3680460"/>
            <a:ext cx="262857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28135" y="1700784"/>
            <a:ext cx="232065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wanthat.app/withdraw</a:t>
            </a:r>
          </a:p>
        </p:txBody>
      </p:sp>
      <p:pic>
        <p:nvPicPr>
          <p:cNvPr id="14" name="Picture 13" descr="earn-3-withdraw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2435" y="2103120"/>
            <a:ext cx="2092059" cy="361188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9459555" y="5806440"/>
            <a:ext cx="245781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3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Withdraw from ₪50 — bank, card, Bit or PayBox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5201C"/>
                </a:solidFill>
                <a:latin typeface="Space Grotesk"/>
              </a:rPr>
              <a:t>Engineering principles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74519"/>
            <a:ext cx="2157984" cy="37947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7" y="207568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7" name="Picture 6" descr="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816" y="2142256"/>
            <a:ext cx="342351" cy="34235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7" y="2697480"/>
            <a:ext cx="17922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Monorepo, schema-first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520440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pnpm + Turborepo, TypeScript everywhere (Node 24, arm64). Zod contracts: inferred types + runtime validation at every boundary.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62656" y="1874519"/>
            <a:ext cx="2157984" cy="37947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145536" y="207568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2" name="Picture 11" descr="lay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2104" y="2142256"/>
            <a:ext cx="342351" cy="34235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145536" y="2697480"/>
            <a:ext cx="17922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Everything as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45536" y="3520440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AWS CDK v2; per-env stacks; zero console changes. PRs run CI + cdk diff; merge deploys dev; SQL migrations run in-deploy.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874519"/>
            <a:ext cx="2157984" cy="37947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49824" y="207568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7" name="Picture 16" descr="do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6392" y="2142256"/>
            <a:ext cx="342351" cy="34235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49824" y="2697480"/>
            <a:ext cx="17922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Decisions on record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9824" y="3520440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21 ADRs beside the code. Locked: change = a new superseding ADR, never an edit.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71232" y="1874519"/>
            <a:ext cx="2157984" cy="37947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54112" y="207568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22" name="Picture 21" descr="dbco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0680" y="2142256"/>
            <a:ext cx="342351" cy="34235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54112" y="2697480"/>
            <a:ext cx="17922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Optimize for cost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54112" y="3520440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No NAT, no RDS Proxy, zero interface endpoints, scale-to-zero Aurora, on-demand DynamoDB. The dominant cost is OTP delivery.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875520" y="1874519"/>
            <a:ext cx="2157984" cy="37947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058400" y="207568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27" name="Picture 26" descr="bol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24968" y="2142256"/>
            <a:ext cx="342351" cy="342351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0058400" y="2697480"/>
            <a:ext cx="17922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Zero to scale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3520440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A link going viral in a WhatsApp group is the design load: the hot path is non-VPC Lambda + DynamoDB — never SQL.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Architecture — the whole system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7695" y="1709928"/>
            <a:ext cx="11576304" cy="367311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874519"/>
            <a:ext cx="11247120" cy="33439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Data — one store per job, and what each costs us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83080"/>
          <a:ext cx="10881360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2926080"/>
                <a:gridCol w="3291840"/>
                <a:gridCol w="3246120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Data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Decision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Why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Trade-off accepted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Money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Aurora Serverless v2 (0-2 ACU, IAM auth, no proxy)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ACID + Postgres GRANTs as the money invariant (app_rw SELECT-only, poller_writer INSERT-only); SQL for reconciliation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Scale-to-zero cold resume ~20 s (60 s connect timeout + SPA warm-up probe); 50-connection cap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Customer PII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Cognito user attributes are the system of record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Auth path touches zero databases; GDPR delete = one call; backups carry no PII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ListUsers-only queries (no joins, one filter); no PITR; no attribute history. Escape hatch: dual-write projection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Operational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DynamoDB on-demand (10 tables)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Viral bursts absorbed at $0 idle; access patterns modeled as projections (byOwner, byState GSIs)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 joins, no ad-hoc queries; counters kept exact via same-table transactions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53949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50" b="1">
                <a:solidFill>
                  <a:srgbClr val="15201C"/>
                </a:solidFill>
                <a:latin typeface="Hanken Grotesk"/>
              </a:rPr>
              <a:t>Deliberate constraint: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no cross-table transactions exist anywhere — counter rows live inside the counted table (single-table TransactWriteItems), ledger + audit are sequential idempotent appends behind a unique (order_id, kind, status) index. Cross-store consistency is by keys and idempotency, not coordination.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Auth — three options, one deleted service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83080"/>
            <a:ext cx="3611880" cy="2651760"/>
          </a:xfrm>
          <a:prstGeom prst="roundRect">
            <a:avLst>
              <a:gd name="adj" fmla="val 5500"/>
            </a:avLst>
          </a:prstGeom>
          <a:solidFill>
            <a:srgbClr val="FAF3E6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920240"/>
            <a:ext cx="3246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B07A1E"/>
                </a:solidFill>
                <a:latin typeface="Space Grotesk"/>
              </a:rPr>
              <a:t>A  </a:t>
            </a:r>
            <a:r>
              <a:rPr sz="1350" b="1">
                <a:solidFill>
                  <a:srgbClr val="15201C"/>
                </a:solidFill>
                <a:latin typeface="Space Grotesk"/>
              </a:rPr>
              <a:t>Cognito Managed Login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514600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Hosted pages, PKCE — zero auth code to own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429000"/>
            <a:ext cx="3246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REJECTED: no Hebrew/RTL (12 locales, text not editable); passkey RP-ID forced to the auth subdomain — credentials siloed off wanthat.app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783080"/>
            <a:ext cx="3611880" cy="2651760"/>
          </a:xfrm>
          <a:prstGeom prst="roundRect">
            <a:avLst>
              <a:gd name="adj" fmla="val 5500"/>
            </a:avLst>
          </a:prstGeom>
          <a:solidFill>
            <a:srgbClr val="E7F1EC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920240"/>
            <a:ext cx="3246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F7A57"/>
                </a:solidFill>
                <a:latin typeface="Space Grotesk"/>
              </a:rPr>
              <a:t>B  </a:t>
            </a:r>
            <a:r>
              <a:rPr sz="1350" b="1">
                <a:solidFill>
                  <a:srgbClr val="15201C"/>
                </a:solidFill>
                <a:latin typeface="Space Grotesk"/>
              </a:rPr>
              <a:t>Cognito-native, own 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514600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Browser calls SignUp / InitiateAuth / WEB_AUTHN directly; profile = ID-token claims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429000"/>
            <a:ext cx="3246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CHOSEN: zero backend calls to authenticate; full RTL UI; pool WAF + quotas as abuse control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783080"/>
            <a:ext cx="3611880" cy="2651760"/>
          </a:xfrm>
          <a:prstGeom prst="roundRect">
            <a:avLst>
              <a:gd name="adj" fmla="val 5500"/>
            </a:avLst>
          </a:prstGeom>
          <a:solidFill>
            <a:srgbClr val="F4F6F5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94192" y="1920240"/>
            <a:ext cx="3246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6B7B73"/>
                </a:solidFill>
                <a:latin typeface="Space Grotesk"/>
              </a:rPr>
              <a:t>C  </a:t>
            </a:r>
            <a:r>
              <a:rPr sz="1350" b="1">
                <a:solidFill>
                  <a:srgbClr val="15201C"/>
                </a:solidFill>
                <a:latin typeface="Space Grotesk"/>
              </a:rPr>
              <a:t>App-owned ceremonies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4192" y="2514600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Proxy every OTP step, own WebAuthn store, Ed25519 ticket bridge, AdminSetUserPassword exchange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3429000"/>
            <a:ext cx="3246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BUILT, THEN DELETED: 2 Lambdas + 3 tables + a crypto path bought ONE feature - userless Face ID. Requirement waived, cost column deleted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70916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Trade-offs signed off with B: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userless Face ID waived (remembered-phone one-prompt kept); phone enumeration accepted (preventUserExistenceErrors LEGACY) - mitigated by pool WAF rate rules; JWT revocation lags up to 1 h on our APIs (stateless authorizer) - acceptable while the only member surface is a read-only wallet.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Measured effect: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login requires zero backend calls; the Aurora cold-resume login stall (~20 s) is structurally impossible.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Network — pay for nothing that idles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83080"/>
          <a:ext cx="1088136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1920240"/>
                <a:gridCol w="6309360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Component avoided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Fixed cost avoided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Replaced by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NAT Gateway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~$33/mo + $0.045/GB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Non-VPC functions call public AWS endpoints (IAM + TLS); the only true internet egress is retailer-proxy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VPC interface endpoints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~$7-15/mo each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Zero needed: nothing in-VPC calls Cognito, Secrets Manager, or the internet - by design, not by exception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RDS Proxy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per-ACU hourly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Direct IAM DB auth; 50-connection cap + no reserved concurrency keeps pressure bounded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DynamoDB access from VPC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-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Free gateway endpoint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443484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Structural consequence: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in-VPC functions cannot initiate outward calls - so the conversion chain is always proxy -&gt; writer (invoke), and admin claim intents settle asynchronously on the next poll heartbeat rather than inline.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Blast-radius bonus: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the retailer credential is readable by exactly one non-VPC function; a compromised in-VPC function has no path to it or to the internet.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Revisit trigger: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sustained Aurora connection pressure (alarm at 80% of 50) -&gt; introduce RDS Proxy; steady traffic -&gt; reserved concurrency once the account quota (10) is raised.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Money — poll over webhook, append over update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83080"/>
            <a:ext cx="5349240" cy="3931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38528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5201C"/>
                </a:solidFill>
                <a:latin typeface="Space Grotesk"/>
              </a:rPr>
              <a:t>Ingestion: scheduled reconciliation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Webhooks rejected: an inbound money-bearing endpoint is a spoofing surface, needs ordering + retry semantics, and the retailer offers no reliable one anyway (ADR-0009).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Poll = a cursor in poller_state + listOrdersByIndex every 15 min: replayable from any point, idempotent by the ledger unique index, nothing to authenticate inbound.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Accepted latency: minutes to surface, 24-48 h to confirm (retailer settlement dominates - the product promise is days, not seconds).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Interim throttling (ADR-0021): sequential calls + one ban-window retry; revisit at real volume / app approval.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783080"/>
            <a:ext cx="5349240" cy="3931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938528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5201C"/>
                </a:solidFill>
                <a:latin typeface="Space Grotesk"/>
              </a:rPr>
              <a:t>Storage: append-only + GRANT-enforced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46888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Lifecycle is data, not mutation: pending -&gt; confirmed -&gt; clawback are separate immutable rows; balances are always derived.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The invariant lives in Postgres, not app code: UPDATE/DELETE revoked from every role; only poller_writer can INSERT; audit_append is SECURITY DEFINER.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Hash-chained audit log makes tampering evident; admin config changes audit through the same chain.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Blast radius: a bug or compromise in any read path has zero write capability on money.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Cost model — a measured floor, then linear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83080"/>
          <a:ext cx="10881360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2011680"/>
                <a:gridCol w="5760720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Line item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Monthly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Note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Compute + APIs + DynamoDB idle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$0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Everything scales from zero; Aurora paused = storage only (~$2)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WAF (2 web ACLs + rules)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~$15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The deliberate fixed floor: CloudFront ACL + Cognito-pool ACL - protection we chose to always-on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Secrets, Route 53, misc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2 retailer secrets, hosted zone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OTP delivery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capped $1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SNS hard cap (SMS sandbox); WhatsApp is ~10x cheaper per message at scale - hence WhatsApp-default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NAT / proxies / endpoints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$0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Architecturally eliminated (slide 10)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489204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Costs we accepted knowingly: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cold-resume UX risk on first wallet read (mitigated by warm-up probe); one AWS account for dev+prod shares SMS caps and quotas - flagged for split before scale.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Unit economics guardrail: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the redirect hot path (the viral surface) costs micro-cents per thousand clicks and cannot touch Aurora - cost scales with revenue-bearing traffic, not with virality.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Limits I know about — and their revisit triggers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37360"/>
          <a:ext cx="10881359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17520"/>
                <a:gridCol w="4114800"/>
                <a:gridCol w="3749039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Limitation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Current stance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Revisit trigger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Single active region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Cross-region backups only; RTO = hours (ADR-0005)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Revenue SLA or user base that prices an active-standby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Cognito PII: no PITR, weak queries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Accepted for MVP; profile is thin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Compliance/BI needs -&gt; dual-write projection to SQL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JWT revocation lag &lt;= 1 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Only member surface is a read-only wallet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Any sensitive member mutation -&gt; short tokens or in-handler check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Account concurrency = 10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 reserved concurrency anywhere (deliberate)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Quota raise, then per-function caps return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dev + prod in one account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Shared SMS cap and service quotas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Before marketing push: account split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Retailer throttling interim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Sequential calls + one ban-window retry (ADR-0021)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Poller volume growth or AliExpress app approval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5577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7A57"/>
                </a:solidFill>
                <a:latin typeface="Space Grotesk"/>
              </a:rPr>
              <a:t>Questions?</a:t>
            </a:r>
            <a:r>
              <a:rPr sz="1200" b="0">
                <a:solidFill>
                  <a:srgbClr val="8A968F"/>
                </a:solidFill>
                <a:latin typeface="Space Mono"/>
              </a:rPr>
              <a:t>    backup: sequence diagrams · failure modes · the rejected-alternatives list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7FE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3774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9DB6AB"/>
                </a:solidFill>
                <a:latin typeface="Space Mono"/>
              </a:rPr>
              <a:t>Q&amp;A MATERIAL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>
                <a:solidFill>
                  <a:srgbClr val="FFFFFF"/>
                </a:solidFill>
                <a:latin typeface="Space Grotesk"/>
              </a:rPr>
              <a:t>Backup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97763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9DB6AB"/>
                </a:solidFill>
                <a:latin typeface="Hanken Grotesk"/>
              </a:rPr>
              <a:t>Sequence diagrams for the main flows  ·  the ADR map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Sequence — customer auth, all four flows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83196" y="1618488"/>
            <a:ext cx="8025303" cy="49011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7788" y="1783080"/>
            <a:ext cx="7696119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Sequence — create a link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84386" y="1618488"/>
            <a:ext cx="8822921" cy="49011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8978" y="1783080"/>
            <a:ext cx="8493737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Sequence — click to ledger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33372" y="1618488"/>
            <a:ext cx="8724950" cy="49011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7964" y="1783080"/>
            <a:ext cx="8395766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ADR map — locked: supersede, never edit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566160" cy="4297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2011680"/>
            <a:ext cx="402336" cy="402336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7" name="Picture 6" descr="b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007" y="2068007"/>
            <a:ext cx="289681" cy="28968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80744" y="2048256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15201C"/>
                </a:solidFill>
                <a:latin typeface="Space Grotesk"/>
              </a:rPr>
              <a:t>Architecture · 0001-0009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606040"/>
            <a:ext cx="3200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0001  monorepo + Zod contracts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0002  compute seams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0003  polyglot data, no RDS Proxy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0004  NAT-free network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0005  single region + backups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0006  Cognito-native auth + PII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0007  landing path + latency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0008  attribution: custom_parameters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0009  poller, not webhook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828800"/>
            <a:ext cx="3566160" cy="4297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63440" y="2011680"/>
            <a:ext cx="402336" cy="402336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2" name="Picture 11" descr="slid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9767" y="2068007"/>
            <a:ext cx="289681" cy="28968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175504" y="2048256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15201C"/>
                </a:solidFill>
                <a:latin typeface="Space Grotesk"/>
              </a:rPr>
              <a:t>Stack · 0010-0016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2606040"/>
            <a:ext cx="3200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0010  ESM / Node 24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0011  Hono + Powertools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0012  Kysely + SQL migrations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0013  Vitest + Testcontainers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0014  Biome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0015  GitHub Actions OIDC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0016  Vite SPA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1828800"/>
            <a:ext cx="3566160" cy="4297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58200" y="2011680"/>
            <a:ext cx="402336" cy="402336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7" name="Picture 16" descr="pl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4527" y="2068007"/>
            <a:ext cx="289681" cy="28968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970264" y="2048256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15201C"/>
                </a:solidFill>
                <a:latin typeface="Space Grotesk"/>
              </a:rPr>
              <a:t>Extensions · 0017-0021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6488" y="2606040"/>
            <a:ext cx="3200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0017  currency + FX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0018  CloudFront front door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0019  WhatsApp messaging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0020  sub = canonical id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0021  retailer throttling (interim)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ADR-0002 + 0004 — compute seams and the NAT-free bet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04217" y="1618488"/>
            <a:ext cx="6583260" cy="435254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8809" y="1783080"/>
            <a:ext cx="6254076" cy="40233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ADR-0003 + 0027 — where data lives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27848" y="1618488"/>
            <a:ext cx="8135997" cy="293522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2440" y="1783080"/>
            <a:ext cx="7806813" cy="2606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4709160"/>
            <a:ext cx="106070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200" b="0">
                <a:solidFill>
                  <a:srgbClr val="15201C"/>
                </a:solidFill>
                <a:latin typeface="Hanken Grotesk"/>
              </a:rPr>
              <a:t>The customer table was dropped when PII moved to Cognito (migration 0006_money_only) — the ledger is keyed by the Cognito sub directly.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200" b="0">
                <a:solidFill>
                  <a:srgbClr val="15201C"/>
                </a:solidFill>
                <a:latin typeface="Hanken Grotesk"/>
              </a:rPr>
              <a:t>Admin user search runs on ListUsers (one-attribute filters); fine at MVP scale — dual-write projection is the escape hatch.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200" b="0">
                <a:solidFill>
                  <a:srgbClr val="15201C"/>
                </a:solidFill>
                <a:latin typeface="Hanken Grotesk"/>
              </a:rPr>
              <a:t>Trade-offs accepted: no SQL over PII, no PITR for the user pool, attribute changes have no built-in history.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Failure modes and recovery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37360"/>
          <a:ext cx="10881360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/>
                <a:gridCol w="4206240"/>
                <a:gridCol w="3840480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Failure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Behavior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Recovery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Aurora cold resume (~20 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First wallet read after idle stalls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SPA fires /healthz/db warm-up probe on auth screens; 60 s connect timeout rides it out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AliExpress ApiCallLimit ban window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Poll heartbeat calls rejected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Sequential calls + one ban-window retry (ADR-0021); cursor unmoved -&gt; next beat replays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WhatsApp delivery down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OTP channel unavailable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Sticky-preference fallback to SMS; runtime-config kill switches; SNS spend cap bounds abuse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Poller crash mid-batch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Partial writes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Cursor advances only after batch; ledger unique index makes replays no-ops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Dispatcher poison message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Outbox item repeatedly fails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bisectBatchOnError + 3 retries -&gt; SQS DLQ (14 d); items age out by TTL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Cognito outage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 new logins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Static SPA still serves; landing redirect works for guests (DynamoDB-only path)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Rejected alternatives — the graveyard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37360"/>
          <a:ext cx="10881360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7772400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Alternative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Why not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RDS Data API (no-VPC SQL)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Not available in il-central-1 - verified, killed the design branch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Lambda Function URLs for landing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Not available in il-central-1 -&gt; HTTP API behind CloudFront /p/*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NAT + interface endpoints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Fixed monthly cost for idle capability; non-VPC chaining is $0 and least-privilege by construction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RDS Proxy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Cost + unneeded at 50-connection scale; revisit on connection-pressure alarm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Managed Login for customers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 Hebrew/RTL; passkey RP-ID silo on the auth subdomain (kept for the admin console, where it fits)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Conversion webhooks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Spoofable inbound money surface + no reliable retailer support; reconciliation poll is replayable and auditable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Self-minted session JWTs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 second token validation path across every API; Cognito stays the only issuer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Aurora customer table (PII in SQL)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Kept Aurora on the auth path and PII in two stores; moved to Cognito attributes (ADR-0027)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