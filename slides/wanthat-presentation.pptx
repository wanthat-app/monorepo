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46592" y="1481328"/>
            <a:ext cx="3698509" cy="5084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184" y="1645920"/>
            <a:ext cx="3369325" cy="4754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