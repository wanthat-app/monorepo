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Wanthat turns the product links people already send to friends into cashback — I'll show the product in two minutes, then spend the rest on how it's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(1) no auth service — the browser talks to Cognito directly; OTP rides a custom sender, WhatsApp-default, kill-switched. (2) Member APIs split into non-VPC app-links and in-VPC app-core — only what touches money enters the VPC. (3) The friend's click never leaves DynamoDB. (4) Money enters only through the scheduled pipeline: retailer-proxy fetches, the in-VPC writer appends. Full per-table version in docs/AWS_Architecture.md.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everything: the redirect hot path must absorb viral spikes at zero idle cost, and the auth path must not depend on a relational database 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B1. The C-&gt;B migration was possible pre-release: one dev user deleted, no migration burden.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too: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dropped: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shape: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the architecture doc -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miss the proxy calls AliExpress; both writes are same-table transactions with their counter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the conversion chain is always proxy →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— 20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4" y="5074920"/>
            <a:ext cx="145846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2524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4204" y="5074920"/>
            <a:ext cx="1769364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8" name="Picture 7" descr="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06264"/>
            <a:ext cx="342351" cy="34235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3" name="Picture 12" descr="cardp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669304"/>
            <a:ext cx="342351" cy="3423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8" name="Picture 17" descr="broad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5132344"/>
            <a:ext cx="342351" cy="3423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Brands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keep growing influencer budgets while organic word-of-mouth — which converts better — stays invisible.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4" name="Picture 23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3400" y="2224552"/>
            <a:ext cx="342351" cy="34235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 </a:t>
            </a:r>
            <a:r>
              <a:rPr sz="1500" b="0">
                <a:solidFill>
                  <a:srgbClr val="15201C"/>
                </a:solidFill>
                <a:latin typeface="Hanken Grotesk"/>
              </a:rPr>
              <a:t>Wanthat is the single registered affiliate across AliExpress / Awin / eBay — when a friend buys, the commission flows in and the majority is credited back to the recommender as cashback.</a:t>
            </a:r>
          </a:p>
          <a:p>
            <a:pPr>
              <a:spcBef>
                <a:spcPts val="1400"/>
              </a:spcBef>
            </a:pPr>
            <a:r>
              <a:rPr sz="1400" b="1">
                <a:solidFill>
                  <a:srgbClr val="1F7A57"/>
                </a:solidFill>
                <a:latin typeface="Space Grotesk"/>
              </a:rPr>
              <a:t>It monetizes a behavior that already exists — without changing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5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304" y="209653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064" y="209653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8824" y="209653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5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304" y="4272808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a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4064" y="4272808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₪50+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32" name="Picture 31" descr="targ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58824" y="4272808"/>
            <a:ext cx="342351" cy="34235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541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2172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72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3592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1814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1444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5744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2864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1086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0717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017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2137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0358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9989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→ aliexpress.com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4289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1409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Sent to the store —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4395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5517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817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6937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7013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135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2435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9555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₪50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16" y="214225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104" y="214225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392" y="214225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21 ADRs beside the code. Locked: change =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dbco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0680" y="2142256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No NAT, no RDS Proxy, zero interface endpoints, scale-to-zero Aurora, on-demand DynamoDB. The dominant cost is OTP delivery.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o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4968" y="2142256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load: the hot path is non-VPC Lambda + DynamoDB — never SQL.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whole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695" y="1709928"/>
            <a:ext cx="11576304" cy="254470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874519"/>
            <a:ext cx="11247120" cy="2215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— one store per job, and what each costs 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(app_rw SELECT-only, poller_writer INSERT-only);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(10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cross-table transactions exist anywhere — counter rows live inside the counted table (single-table TransactWriteItems), ledger + audit are sequential idempotent appends behind a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Auth — three options, one deleted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BUILT, THEN DELETED: 2 Lambdas + 3 tables + a crypto path bought ONE feature - userless Face ID. Requirement waived, cost column deleted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userless Face ID waived (remembered-phone one-prompt kept); phone enumeration accepted (preventUserExistenceErrors LEGACY) - mitigated by pool WAF rate rules; JWT revocation lags up to 1 h on our APIs (stateless authorizer) - acceptable while the only member surface is a read-only wallet.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retailer-proxy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-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-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- so the conversion chain is always proxy -&gt; writer (invoke), and admin claim intents settle asynchronously on the next poll heartbeat rather than inline.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-&gt; introduce RDS Proxy; steady traffic -&gt;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+ retry semantics, and the retailer offers no reliable one anyway (ADR-0009).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- the product promise is days, not seconds).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real volume / app approval.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Lifecycle is data, not mutation: pending -&gt; confirmed -&gt; clawback are separate immutable rows; balances are always derived.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poller_writer can INSERT; audit_append is SECURITY DEFINER.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through the same chain.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 - protection we chose to always-on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is ~10x cheaper per message at scale -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(slide 10)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we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- flagged for split before scale.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(the viral surface) costs micro-cents per thousand clicks and cannot touch Aurora - cost scales with revenue-bearing traffic, not with virality.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Limits I know about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-&gt;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JWT revocation lag &lt;= 1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Only member surface is a read-only wallet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Any sensitive member mutation -&gt; short tokens or in-handler check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Sequence diagrams for the main flows  ·  the ADR 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83196" y="1618488"/>
            <a:ext cx="8025303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788" y="1783080"/>
            <a:ext cx="7696119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84386" y="1618488"/>
            <a:ext cx="8822921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978" y="1783080"/>
            <a:ext cx="8493737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3372" y="1618488"/>
            <a:ext cx="8724950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964" y="1783080"/>
            <a:ext cx="8395766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07" y="2068007"/>
            <a:ext cx="289681" cy="289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767" y="2068007"/>
            <a:ext cx="289681" cy="2896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pl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527" y="2068007"/>
            <a:ext cx="289681" cy="2896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04217" y="1618488"/>
            <a:ext cx="6583260" cy="43525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809" y="1783080"/>
            <a:ext cx="6254076" cy="4023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ADR-0003 + 0027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27848" y="1618488"/>
            <a:ext cx="8135997" cy="29352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440" y="1783080"/>
            <a:ext cx="7806813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70916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-&gt;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Poller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makes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Dispatcher poison message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Outbox item repeatedly fails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bisectBatchOnError + 3 retries -&gt; SQS DLQ (14 d); items age out by TTL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il-central-1 -&gt;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(ADR-0027)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