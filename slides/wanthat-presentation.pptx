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Wanthat turns the product links people already send to friends into cashback — I'll show the product in two minutes, then spend the rest on how it's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(1) no auth service — the browser talks to Cognito directly; OTP rides a custom sender, WhatsApp-default, kill-switched. (2) Member APIs split into non-VPC app-links and in-VPC app-core — only what touches money enters the VPC. (3) The friend's click never leaves DynamoDB. (4) Money enters only through the scheduled pipeline: retailer-proxy fetches, the in-VPC writer appends. Full per-table version in docs/AWS_Architecture.md.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sub is the only join key between the three worlds — that's what makes user deletion clean and keeps the ledger pseudonymous.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slide B1 has the full sequence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Latency budget is relaxed-but-reachable (ADR-0007); the whole path is DynamoDB reads.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Idempotency: the unique (order_id, kind, status) index makes every poll replayable.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security model leans on the platform: GRANTs and pool separation over custom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miss the proxy calls AliExpress; both writes are same-table transactions with their counter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the conversion chain is always proxy →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— 20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4" y="5074920"/>
            <a:ext cx="145846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2524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4204" y="5074920"/>
            <a:ext cx="1769364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🛍️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148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22452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reward passive shopping through their own portal; the social recommendation goes unpaid and unmeasured.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Brands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568756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keep growing influencer budgets while organic word-of-mouth — which converts better — stays invisible.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 </a:t>
            </a:r>
            <a:r>
              <a:rPr sz="1500" b="0">
                <a:solidFill>
                  <a:srgbClr val="15201C"/>
                </a:solidFill>
                <a:latin typeface="Hanken Grotesk"/>
              </a:rPr>
              <a:t>Wanthat is the single registered affiliate across AliExpress / Awin / eBay — when a friend buys, the commission flows in and the majority is credited back to the recommender as cashback.</a:t>
            </a:r>
          </a:p>
          <a:p>
            <a:pPr>
              <a:spcBef>
                <a:spcPts val="1400"/>
              </a:spcBef>
            </a:pPr>
            <a:r>
              <a:rPr sz="1400" b="1">
                <a:solidFill>
                  <a:srgbClr val="1F7A57"/>
                </a:solidFill>
                <a:latin typeface="Space Grotesk"/>
              </a:rPr>
              <a:t>It monetizes a behavior that already exists — without changing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5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02735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⏱️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₪50+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gates: 500 active sharers · &gt;20% CTR · &gt;6% conversion · &gt;50% 30-day return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541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2172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72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3592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1814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1444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5744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2864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1086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0717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017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2137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0358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9989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→ aliexpress.com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4289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1409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Sent to the store —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4395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5517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817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6937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7013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135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2435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9555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₪50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contracts: inferred types + runtime validation at every boundary.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🏗️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21 ADRs beside the code. Locked: change = a new superseding ADR, never an edit.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No NAT, no RDS Proxy, zero interface endpoints, scale-to-zero Aurora, on-demand DynamoDB. The dominant cost is OTP delivery.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load: the hot path is non-VPC Lambda + DynamoDB — never SQL.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whole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695" y="1709928"/>
            <a:ext cx="11576304" cy="393884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874519"/>
            <a:ext cx="11247120" cy="360966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Data — three homes, one rule 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75695" y="1618488"/>
            <a:ext cx="7040304" cy="25694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0287" y="1783080"/>
            <a:ext cx="6711120" cy="2240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4224528"/>
            <a:ext cx="2706624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59" y="4370832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400"/>
              <a:t>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4389120"/>
            <a:ext cx="18836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PII in Cognito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892040"/>
            <a:ext cx="23408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Profile = ID-token claims; GDPR delete = one API call; the auth path never touches a database.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4224528"/>
            <a:ext cx="2706624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75887" y="4370832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400"/>
              <a:t>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9663" y="4389120"/>
            <a:ext cx="18836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Aurora = money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4892040"/>
            <a:ext cx="23408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Append-only ledger + hash-chained audit; balances derived. GRANTs enforce: app_rw SELECTs, poller_writer INSERTs.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4224528"/>
            <a:ext cx="2706624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28816" y="4370832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400"/>
              <a:t>⚙️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2592" y="4389120"/>
            <a:ext cx="18836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DynamoDB = the 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4892040"/>
            <a:ext cx="23408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10 on-demand tables; $0 idle, unlimited burst.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17152" y="4224528"/>
            <a:ext cx="2706624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381744" y="4370832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400"/>
              <a:t>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4389120"/>
            <a:ext cx="188366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No cross-table 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4892040"/>
            <a:ext cx="234086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Counters live inside the counted table; ledger + audit are sequential idempotent appends.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Auth without an auth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2084831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204825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5201C"/>
                </a:solidFill>
                <a:latin typeface="Space Grotesk"/>
              </a:rPr>
              <a:t>Browser-direct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633472"/>
            <a:ext cx="3191256" cy="1124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The SPA calls the public Cognito API — SignUp, InitiateAuth, native WEB_AUTHN. Zero backend calls to log in; the first backend touch is GET /wallet.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828800"/>
            <a:ext cx="3593592" cy="2084831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63440" y="201168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6944" y="204825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5201C"/>
                </a:solidFill>
                <a:latin typeface="Space Grotesk"/>
              </a:rPr>
              <a:t>OTP, kill-switched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633472"/>
            <a:ext cx="3191256" cy="1124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WhatsApp-default / SMS-fallback via the custom-sender Lambda — sticky preference, runtime-config kill switches, hard SMS spend cap.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1828800"/>
            <a:ext cx="3593592" cy="2084831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58200" y="201168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1704" y="204825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5201C"/>
                </a:solidFill>
                <a:latin typeface="Space Grotesk"/>
              </a:rPr>
              <a:t>Face 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6488" y="2633472"/>
            <a:ext cx="3191256" cy="1124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One-prompt Cognito-native passkey on returning devices (remembered phone).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041648"/>
            <a:ext cx="3593592" cy="2084831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422452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🛡️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" y="4261104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5201C"/>
                </a:solidFill>
                <a:latin typeface="Space Grotesk"/>
              </a:rPr>
              <a:t>Pool-boundary abuse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4846320"/>
            <a:ext cx="3191256" cy="1124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WAF rate rules on the unauthenticated Cognito operations + quotas — no app-side velocity tables.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4041648"/>
            <a:ext cx="3593592" cy="2084831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63440" y="422452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🧑‍💼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6944" y="4261104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5201C"/>
                </a:solidFill>
                <a:latin typeface="Space Grotesk"/>
              </a:rPr>
              <a:t>Separate admin pool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1728" y="4846320"/>
            <a:ext cx="3191256" cy="1124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Employees, mandatory TOTP, Managed Login + PKCE — a customer token structurally cannot reach /admin.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420624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The old design bought one feature (userless Face ID) with two Lambdas, three tables and a crypto path.
</a:t>
            </a:r>
            <a:r>
              <a:rPr sz="1250" b="1">
                <a:solidFill>
                  <a:srgbClr val="1F7A57"/>
                </a:solidFill>
                <a:latin typeface="Space Grotesk"/>
              </a:rPr>
              <a:t>Waived → deleted.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The viral hot path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10881360" cy="868680"/>
          </a:xfrm>
          <a:prstGeom prst="roundRect">
            <a:avLst>
              <a:gd name="adj" fmla="val 5500"/>
            </a:avLst>
          </a:prstGeom>
          <a:solidFill>
            <a:srgbClr val="1B2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Space Mono"/>
              </a:rPr>
              <a:t>friend taps /p/{id}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CloudFront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landing (non-VPC)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DynamoDB: short id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OG landing + review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302 to store, custom_parameters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154680"/>
            <a:ext cx="3593592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33756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2184" y="337413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Rich in WhatsApp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959352"/>
            <a:ext cx="319125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Crawlers get server-injected OG tags — every shared link renders as a product card.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3154680"/>
            <a:ext cx="3593592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333756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66944" y="337413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Cookieless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959352"/>
            <a:ext cx="319125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Attribution rides the URL (custom_parameters), not a cookie — no consent-banner dependency (ADR-0008).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3154680"/>
            <a:ext cx="3593592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58200" y="333756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61704" y="337413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Burst-proof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3959352"/>
            <a:ext cx="319125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Aurora is never on this path — a viral spike cannot touch the money database.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Following the money — poll, don't listen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10881360" cy="868680"/>
          </a:xfrm>
          <a:prstGeom prst="roundRect">
            <a:avLst>
              <a:gd name="adj" fmla="val 5500"/>
            </a:avLst>
          </a:prstGeom>
          <a:solidFill>
            <a:srgbClr val="1B2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Space Mono"/>
              </a:rPr>
              <a:t>heartbeat 15 min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retailer-proxy: listOrdersByIndex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attribution resolve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invoke in-VPC writer</a:t>
            </a:r>
            <a:r>
              <a:rPr sz="1300" b="1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>
                <a:solidFill>
                  <a:srgbClr val="FFFFFF"/>
                </a:solidFill>
                <a:latin typeface="Space Mono"/>
              </a:rPr>
              <a:t>append ledger + audit chain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154680"/>
            <a:ext cx="3593592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33756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2184" y="337413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Poll, don't listen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959352"/>
            <a:ext cx="319125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 scheduled reconciliation poll is auditable and replayable; no inbound webhook to spoof (ADR-0009).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3154680"/>
            <a:ext cx="3593592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333756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✍️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66944" y="337413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One writer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959352"/>
            <a:ext cx="319125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Only poller_writer can INSERT into the ledger; every row is audit-chained.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3154680"/>
            <a:ext cx="3593592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58200" y="333756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61704" y="337413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Claim queue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3959352"/>
            <a:ext cx="319125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Unmatched orders park in DynamoDB; admin claims settle on the next beat.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Cost and security posture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525780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6968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084831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5201C"/>
                </a:solidFill>
                <a:latin typeface="Space Grotesk"/>
              </a:rPr>
              <a:t>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74320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300" b="0">
                <a:solidFill>
                  <a:srgbClr val="15201C"/>
                </a:solidFill>
                <a:latin typeface="Hanken Grotesk"/>
              </a:rPr>
              <a:t>Aurora paused = storage only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300" b="0">
                <a:solidFill>
                  <a:srgbClr val="15201C"/>
                </a:solidFill>
                <a:latin typeface="Hanken Grotesk"/>
              </a:rPr>
              <a:t>DynamoDB $0 idle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300" b="0">
                <a:solidFill>
                  <a:srgbClr val="15201C"/>
                </a:solidFill>
                <a:latin typeface="Hanken Grotesk"/>
              </a:rPr>
              <a:t>No NAT · no RDS Proxy · zero interface endpoints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300" b="0">
                <a:solidFill>
                  <a:srgbClr val="15201C"/>
                </a:solidFill>
                <a:latin typeface="Hanken Grotesk"/>
              </a:rPr>
              <a:t>OTP delivery is the dominant line item — and it is hard-capped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25780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64807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🛡️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2084831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5201C"/>
                </a:solidFill>
                <a:latin typeface="Space Grotesk"/>
              </a:rPr>
              <a:t>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74320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300" b="0">
                <a:solidFill>
                  <a:srgbClr val="15201C"/>
                </a:solidFill>
                <a:latin typeface="Hanken Grotesk"/>
              </a:rPr>
              <a:t>Two WAF layers: CloudFront + the Cognito pool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300" b="0">
                <a:solidFill>
                  <a:srgbClr val="15201C"/>
                </a:solidFill>
                <a:latin typeface="Hanken Grotesk"/>
              </a:rPr>
              <a:t>Per-function IAM; money invariants in Postgres GRANTs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300" b="0">
                <a:solidFill>
                  <a:srgbClr val="15201C"/>
                </a:solidFill>
                <a:latin typeface="Hanken Grotesk"/>
              </a:rPr>
              <a:t>Retailer credential readable by exactly one function — admin can rotate, never read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300" b="0">
                <a:solidFill>
                  <a:srgbClr val="15201C"/>
                </a:solidFill>
                <a:latin typeface="Hanken Grotesk"/>
              </a:rPr>
              <a:t>Customer / admin separated at the pool level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Status and what's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359359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574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20939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Live in dev + prod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679191"/>
            <a:ext cx="319125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50" b="0">
                <a:solidFill>
                  <a:srgbClr val="6B7B73"/>
                </a:solidFill>
                <a:latin typeface="Hanken Grotesk"/>
              </a:rPr>
              <a:t>Create-link, landing /p/, conversion pipeline (15-min heartbeat), wallet, admin console with money KPIs, funnel analytics.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874519"/>
            <a:ext cx="359359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63440" y="20574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6944" y="20939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Critical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679191"/>
            <a:ext cx="319125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50" b="0">
                <a:solidFill>
                  <a:srgbClr val="6B7B73"/>
                </a:solidFill>
                <a:latin typeface="Hanken Grotesk"/>
              </a:rPr>
              <a:t>Meta WhatsApp onboarding (OTP at scale) + AliExpress app approval.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1874519"/>
            <a:ext cx="359359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58200" y="20574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1704" y="20939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Month-3 gates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6488" y="2679191"/>
            <a:ext cx="319125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50" b="0">
                <a:solidFill>
                  <a:srgbClr val="6B7B73"/>
                </a:solidFill>
                <a:latin typeface="Hanken Grotesk"/>
              </a:rPr>
              <a:t>Decide Phase 2: group sharing + two-sided rewards.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846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300" b="0">
                <a:solidFill>
                  <a:srgbClr val="8A968F"/>
                </a:solidFill>
                <a:latin typeface="Space Mono"/>
              </a:rPr>
              <a:t>    backup: sequence diagrams + the ADR map 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Sequence diagrams for the main flows  ·  the ADR 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83196" y="1618488"/>
            <a:ext cx="8025303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788" y="1783080"/>
            <a:ext cx="7696119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84386" y="1618488"/>
            <a:ext cx="8822921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978" y="1783080"/>
            <a:ext cx="8493737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3372" y="1618488"/>
            <a:ext cx="8724950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964" y="1783080"/>
            <a:ext cx="8395766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400"/>
              <a:t>🏛️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400"/>
              <a:t>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400"/>
              <a:t>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04217" y="1618488"/>
            <a:ext cx="6583260" cy="43525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809" y="1783080"/>
            <a:ext cx="6254076" cy="4023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ADR-0003 + 0027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27848" y="1618488"/>
            <a:ext cx="8135997" cy="29352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440" y="1783080"/>
            <a:ext cx="7806813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70916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ADR-0008 + 0009 — attribution and polling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03120"/>
            <a:ext cx="3593592" cy="2743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2860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23225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Attribution in the URL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907791"/>
            <a:ext cx="319125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custom_parameters on the retailer redirect — no click-log lookup, no cookies; the 3-day window is the retailer's, not ours.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103120"/>
            <a:ext cx="3593592" cy="2743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63440" y="22860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6944" y="23225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Scheduled reconciliation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907791"/>
            <a:ext cx="319125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listOrdersByIndex polling: idempotent by the unique (order_id, kind, status) index; replayable from the poller_state cursor; nothing to spoof.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103120"/>
            <a:ext cx="3593592" cy="2743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58200" y="22860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1704" y="23225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Unmatched orders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6488" y="2907791"/>
            <a:ext cx="319125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Park in unattributed_order — an admin claim queue settled on the next heartbeat.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ADR-0017 — currency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03120"/>
            <a:ext cx="3593592" cy="2743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2860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23225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Hold the settlement currency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907791"/>
            <a:ext cx="319125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Cashback is stored in what AliExpress actually pays — the wallet shows real per-currency holdings.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103120"/>
            <a:ext cx="3593592" cy="2743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63440" y="22860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6944" y="23225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ILS is a display estimate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907791"/>
            <a:ext cx="319125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The headline (~₪142.50, "Estimated" chip) comes from the fx_rate cache — Bank of Israel rate, refreshed every 12 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103120"/>
            <a:ext cx="3593592" cy="2743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58200" y="22860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9144" bIns="9144"/>
          <a:lstStyle/>
          <a:p>
            <a:pPr algn="ctr"/>
            <a:r>
              <a:rPr sz="1700"/>
              <a:t>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1704" y="2322576"/>
            <a:ext cx="2679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Convert once, at withdrawal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6488" y="2907791"/>
            <a:ext cx="319125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No FX risk carried on displayed balances.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