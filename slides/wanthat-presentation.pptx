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everything: the redirect hot path must absorb viral spikes at zero idle cost, and the auth path must not depend on a relational database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C-&gt;B migration was possible pre-release: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too: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dropped: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shape: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the architecture doc -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695" y="1709928"/>
            <a:ext cx="11576304" cy="3539235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874519"/>
            <a:ext cx="11247120" cy="321005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(app_rw SELECT-only, poller_writer INSERT-only);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(10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TransactWriteItems),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- userless Face ID. Requirement waived, cost column deleted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- mitigated by pool WAF rate rules; JWT revocation lags up to 1 h on our APIs (stateless authorizer) - acceptable while the only member surface is a read-only wallet.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retailer-proxy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-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-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- so the conversion chain is always proxy -&gt; writer (invoke), and admin claim intents settle asynchronously on the next poll heartbeat rather than inline.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-&gt; introduce RDS Proxy; steady traffic -&gt;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+ retry semantics, and the retailer offers no reliable one anyway (ADR-0009).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- the product promise is days, not seconds).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real volume / app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Lifecycle is data, not mutation: pending -&gt; confirmed -&gt; clawback are separate immutable rows; balances are always derived.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poller_writer can INSERT; audit_append is SECURITY DEFINER.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through the same chain.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 - protection we chose to always-on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is ~10x cheaper per message at scale -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we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- flagged for split before scale.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(the viral surface) costs micro-cents per thousand clicks and cannot touch Aurora -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-&gt;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-&gt;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-&gt;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Poller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makes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Dispatcher poison message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Outbox item repeatedly fails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bisectBatchOnError + 3 retries -&gt; SQS DLQ (14 d); items age out by TTL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il-central-1 -&gt;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(ADR-0027)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