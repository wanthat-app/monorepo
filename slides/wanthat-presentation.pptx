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3" r:id="rId15"/>
    <p:sldId id="262" r:id="rId14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67" r:id="rId19"/>
    <p:sldId id="291" r:id="rId43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32.xml"/><Relationship Id="rId26" Type="http://schemas.openxmlformats.org/officeDocument/2006/relationships/slide" Target="slides/slide33.xml"/><Relationship Id="rId27" Type="http://schemas.openxmlformats.org/officeDocument/2006/relationships/slide" Target="slides/slide34.xml"/><Relationship Id="rId28" Type="http://schemas.openxmlformats.org/officeDocument/2006/relationships/slide" Target="slides/slide35.xml"/><Relationship Id="rId29" Type="http://schemas.openxmlformats.org/officeDocument/2006/relationships/slide" Target="slides/slide36.xml"/><Relationship Id="rId30" Type="http://schemas.openxmlformats.org/officeDocument/2006/relationships/slide" Target="slides/slide7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WAF stays flat at every scale - member API operations bypass CloudFront entirely. Breaks BEFORE the bill: account concurrency 10 (~10k users, peaks) - AliExpress rate limits (ADR-0021) - Aurora's 50-connection cap post-quota-raise (only THEN does the proxy earn its cost) - the 2-ACU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Relationship Id="rId8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4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4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4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4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 ·  Dennis Potashnik  ·  July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Organic word-of-mouth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brands keep growing influencer budgets while organic word-of-mouth — which converts better — stays invisible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is the single registered affiliate across AliExpress / Shein / Amazon and others — when a friend buys, the commission flows in and is split between the recommender and the buyer.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It monetizes a behavior that already exists.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4302252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35608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4302252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0640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in-deploy; verify no orphaned resources after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4050792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423367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4302252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05672" y="4288536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4828032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ADRs beside the code. Locked: change is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194310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35608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Avoid constant costs: zero interface endpoints, scale-to-zero, on-demand DBs.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2628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0288" y="194310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20640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potential spike.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28432" y="1691640"/>
            <a:ext cx="35204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11312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5672" y="1929384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Security by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1312" y="246888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The entire framework is about money movement. Apply least privilege access, MFA, data integrity provability, isolation of concerns, strict auditing and other security principles.</a:t>
            </a:r>
          </a:p>
        </p:txBody>
      </p:sp>
      <p:pic>
        <p:nvPicPr>
          <p:cNvPr id="33" name="Picture 32" descr="icon-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1943100"/>
            <a:ext cx="338328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stores and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Money + Audit Log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ACID; permissions enforced on DB level (GRANTs); storing the audit log with hashed chains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Scale-to-zero cold resume ~20 s (60 s connect timeout + SPA warm-up probe); 50-connection cap. Possible simple workaround — cached last known totals (display while reloading) per user on SPA or backend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Auth path touches zero databases; GDPR delete = one call; the only backup carrying PII is the Cognito backup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ListUsers-only queries (no joins, one filter); no PITR; no attribute history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5201C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cross-STORE transactions exist anywhere — counter rows live inside the counted table (single-table TransactWriteItems); each ledger append commits with its audit witness in ONE Aurora transaction (the single intra-store exception), and replays stay no-ops via the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  <a:p>
            <a:r>
              <a:rPr sz="1250" b="1">
                <a:solidFill>
                  <a:srgbClr val="15201C"/>
                </a:solidFill>
                <a:latin typeface="Hanken Grotesk"/>
              </a:rPr>
              <a:t>Scale projection (10 → 100k users): next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projection by user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55448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1463040"/>
                <a:gridCol w="1463040"/>
                <a:gridCol w="1463040"/>
              </a:tblGrid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 (prod)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ACLs, fixed + $0.60/M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API Gateway (~$1.2/M)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(256MB arm64)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on-demand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(compute +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 (8-ACU minimum)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($0.015/MAU after 10k 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CloudFront + misc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Total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~$20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~$65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~$215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~$1,835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6235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B7B73"/>
                </a:solidFill>
                <a:latin typeface="Hanken Grotesk"/>
              </a:rPr>
              <a:t>Assumptions: 10 operations/user/day, ~70/30 read-write, il-central-1 approximate prices, prod only; every active user = 1 Cognito MAU; RDS Proxy included from 10k users.</a:t>
            </a:r>
          </a:p>
          <a:p>
            <a:r>
              <a:rPr sz="1100">
                <a:solidFill>
                  <a:srgbClr val="6B7B73"/>
                </a:solidFill>
                <a:latin typeface="Hanken Grotesk"/>
              </a:rPr>
              <a:t>Two step functions, then linear: Aurora stops sleeping (~1k users); the Cognito free tier ends at exactly 10k MAU. Per-user at 100k: ~$0.018/month.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Known limits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userless Face ID waived (remembered-phone one-prompt kept); phone enumeration accepted (preventUserExistenceErrors LEGACY) — mitigated by pool WAF rate rules; JWT revocation lags up to 15 min on our APIs (stateless authorizer, 15-minute access tokens) — acceptable for the current member surface.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Every append commits with its audit_append witness in ONE transaction (2026-07-18) — no ledger row can exist unwitnessed.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  <p:pic>
        <p:nvPicPr>
          <p:cNvPr id="11" name="Picture 10" descr="slide-b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0" y="1829475"/>
            <a:ext cx="8441113" cy="265040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