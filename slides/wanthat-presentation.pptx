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(walk it left to right) (1) there is no auth service — the browser talks to Cognito directly; OTP rides a custom sender with WhatsApp-default and kill switches. (2) The member APIs split into non-VPC member-catalog and in-VPC member-wallet — only what touches money enters the VPC; the admin surface splits the same way (console vs ledger view). (3) The friend's click never leaves DynamoDB. (4) Money enters only through the scheduled pipeline on the right — retailer-settlement fetches, the in-VPC ledger-writer appends and returns the totals the poll projects back onto the links. Full per-table version lives in `docs/AWS_Architecture.md`.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C-to-B migration was possible pre-release —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influencer budgets keep growing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eBay; when a friend buys, the commission flows in and the majority is credited back to the recommender as cashback.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7" y="214426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116" y="214426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a cdk diff dry run; merge deploys dev, prod promotes explicitly;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404" y="214426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2144268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line is OTP delivery, not infrastructure.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980" y="2144268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redirect hot path is non-VPC Lambda + DynamoDB and never touches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5319" y="1481328"/>
            <a:ext cx="4961056" cy="50840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1" y="1645920"/>
            <a:ext cx="4631872" cy="4754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TransactWriteItems);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— userless Face ID. Requirement waived, cost column deleted.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— mitigated by pool WAF rate rules; JWT revocation lags up to 1 h on our APIs (stateless authorizer) — acceptable while the only member surface is a read-only wallet.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→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1829475"/>
            <a:ext cx="8503920" cy="2650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