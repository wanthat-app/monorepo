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6027" y="1709928"/>
            <a:ext cx="8899641" cy="47640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619" y="1874519"/>
            <a:ext cx="8570457" cy="4434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