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Wanthat turns the product links people already send to friends into cashback — I'll show the product in two minutes, then spend the rest on how it's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(1) no auth service — the browser talks to Cognito directly; OTP rides a custom sender, WhatsApp-default, kill-switched. (2) Member APIs split into non-VPC app-links and in-VPC app-core — only what touches money enters the VPC. (3) The friend's click never leaves DynamoDB. (4) Money enters only through the scheduled pipeline: retailer-proxy fetches, the in-VPC writer appends. Full per-table version in docs/AWS_Architecture.md.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one Postgres for everything: the redirect hot path must absorb viral spikes at zero idle cost, and the auth path must not depend on a relational database 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sequence diagram in backup B1. The C-&gt;B migration was possible pre-release: one dev user deleted, no migration burden.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il-central-1 gaps shaped this too: no RDS Data API (killed the no-VPC data path), no Lambda Function URLs (landing sits behind an HTTP API).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in backup B3. Unmatched orders are not dropped: they park in unattributed_order and an admin claim settles on the next heartbeat.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il-central-1 approximations; the point is the shape: a ~$20 measured floor, then linear with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is documented in an ADR or the architecture doc - none of these are surprises.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miss the proxy calls AliExpress; both writes are same-table transactions with their counter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the conversion chain is always proxy →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9DB6AB"/>
                </a:solidFill>
                <a:latin typeface="Hanken Grotesk"/>
              </a:rPr>
              <a:t>Product &amp; architecture overview — 20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4" y="5074920"/>
            <a:ext cx="145846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2524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4204" y="5074920"/>
            <a:ext cx="1769364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3969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8" name="Picture 7" descr="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06264"/>
            <a:ext cx="342351" cy="34235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17627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Shoppers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6148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60273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3" name="Picture 12" descr="cardp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669304"/>
            <a:ext cx="342351" cy="34235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72184" y="363931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Cashback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reward passive shopping through their own portal; the social recommendation goes unpaid and unmeasured.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8289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06577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8" name="Picture 17" descr="broadc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5132344"/>
            <a:ext cx="342351" cy="3423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72184" y="510235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Brands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8756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keep growing influencer budgets while organic word-of-mouth — which converts better — stays invisible.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956816"/>
            <a:ext cx="5074920" cy="411480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56832" y="2157984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4" name="Picture 23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3400" y="2224552"/>
            <a:ext cx="342351" cy="34235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2788920"/>
            <a:ext cx="4617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turns the link you already send into a tracked affiliate link. </a:t>
            </a:r>
            <a:r>
              <a:rPr sz="1500" b="0">
                <a:solidFill>
                  <a:srgbClr val="15201C"/>
                </a:solidFill>
                <a:latin typeface="Hanken Grotesk"/>
              </a:rPr>
              <a:t>Wanthat is the single registered affiliate across AliExpress / Awin / eBay — when a friend buys, the commission flows in and the majority is credited back to the recommender as cashback.</a:t>
            </a:r>
          </a:p>
          <a:p>
            <a:pPr>
              <a:spcBef>
                <a:spcPts val="1400"/>
              </a:spcBef>
            </a:pPr>
            <a:r>
              <a:rPr sz="1400" b="1">
                <a:solidFill>
                  <a:srgbClr val="1F7A57"/>
                </a:solidFill>
                <a:latin typeface="Space Grotesk"/>
              </a:rPr>
              <a:t>It monetizes a behavior that already exists — without changing 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2735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304" y="209653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9749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064" y="209653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172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9225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tr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8824" y="209653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$17B+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2735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c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304" y="4272808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3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9749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a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4064" y="4272808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8172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₪50+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19225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32" name="Picture 31" descr="targ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58824" y="4272808"/>
            <a:ext cx="342351" cy="34235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7648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Month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648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gates: 500 active sharers · &gt;20% CTR · &gt;6% conversion · &gt;50% 30-day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2541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2172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472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3592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Link ready —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1814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1444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5744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2864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Shared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1086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0717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5017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2137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Friend opens the branded landing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0358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9989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→ aliexpress.com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4289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1409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Sent to the store —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4395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5517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817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6937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7013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135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2435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9555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Withdraw from ₪50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16" y="214225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7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Monorepo, schema-first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pnpm + Turborepo, TypeScript everywhere (Node 24, arm64). Zod contracts: inferred types + runtime validation at every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2656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45536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2104" y="214225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45536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Everything as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AWS CDK v2; per-env stacks; zero console changes. PRs run CI + cdk diff; merge deploys dev; SQL migrations run in-deploy.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49824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392" y="214225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Decisions on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21 ADRs beside the code. Locked: change = a new superseding ADR, never an edit.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71232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54112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dbco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0680" y="2142256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54112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Optimize for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No NAT, no RDS Proxy, zero interface endpoints, scale-to-zero Aurora, on-demand DynamoDB. The dominant cost is OTP delivery.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0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o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4968" y="2142256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058400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Zero to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 link going viral in a WhatsApp group is the design load: the hot path is non-VPC Lambda + DynamoDB — never SQL.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the whole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23389" y="1481328"/>
            <a:ext cx="4144916" cy="5084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81" y="1645920"/>
            <a:ext cx="3815732" cy="4754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— one store per job, and what each costs us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2926080"/>
                <a:gridCol w="3291840"/>
                <a:gridCol w="32461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Trade-off accepted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Money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Aurora Serverless v2 (0-2 ACU, IAM auth, no proxy)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ACID + Postgres GRANTs as the money invariant (app_rw SELECT-only, poller_writer INSERT-only); SQL for reconciliation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Scale-to-zero cold resume ~20 s (60 s connect timeout + SPA warm-up probe); 50-connection cap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Customer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Cognito user attributes are the system of record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Auth path touches zero databases; GDPR delete = one call; backups carry no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ListUsers-only queries (no joins, one filter); no PITR; no attribute history. Escape hatch: dual-write projection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Operational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DynamoDB on-demand (10 tables)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Viral bursts absorbed at $0 idle; access patterns modeled as projections (byOwner, byState GSIs)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joins, no ad-hoc queries; counters kept exact via same-table transactions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3949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15201C"/>
                </a:solidFill>
                <a:latin typeface="Hanken Grotesk"/>
              </a:rPr>
              <a:t>Deliberate constraint: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no cross-table transactions exist anywhere — counter rows live inside the counted table (single-table TransactWriteItems), ledger + audit are sequential idempotent appends behind a unique (order_id, kind, status) index. Cross-store consistency is by keys and idempotency, not coordination.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Auth — three options, one deleted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A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 Managed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Hosted pages, PKCE — zero auth code to 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REJECTED: no Hebrew/RTL (12 locales, text not editable); passkey RP-ID forced to the auth subdomain — credentials siloed off wanthat.app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B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Cognito-native, own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Browser calls SignUp / InitiateAuth / WEB_AUTHN directly; profile = ID-token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CHOSEN: zero backend calls to authenticate; full RTL UI; pool WAF + quotas as abuse control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C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App-owned ceremonies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Proxy every OTP step, own WebAuthn store, Ed25519 ticket bridge, AdminSetUserPassword exchange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BUILT, THEN DELETED: 2 Lambdas + 3 tables + a crypto path bought ONE feature - userless Face ID. Requirement waived, cost column deleted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Trade-offs signed off with B: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userless Face ID waived (remembered-phone one-prompt kept); phone enumeration accepted (preventUserExistenceErrors LEGACY) - mitigated by pool WAF rate rules; JWT revocation lags up to 1 h on our APIs (stateless authorizer) - acceptable while the only member surface is a read-only wallet.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Measured effect: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login requires zero backend calls; the Aurora cold-resume login stall (~20 s) is structurally impossible.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Network — pay for nothing that idles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0240"/>
                <a:gridCol w="630936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Component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Fixed cost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Replaced by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Gateway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~$33/mo + $0.045/GB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Non-VPC functions call public AWS endpoints (IAM + TLS); the only true internet egress is retailer-proxy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VPC interface endpoints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~$7-15/mo each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Zero needed: nothing in-VPC calls Cognito, Secrets Manager, or the internet - by design, not by exception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per-ACU hourly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Direct IAM DB auth; 50-connection cap + no reserved concurrency keeps pressure bounded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access from VPC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-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Free gateway endpoint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348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Structural consequence: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in-VPC functions cannot initiate outward calls - so the conversion chain is always proxy -&gt; writer (invoke), and admin claim intents settle asynchronously on the next poll heartbeat rather than inline.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Blast-radius bonus: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retailer credential is readable by exactly one non-VPC function; a compromised in-VPC function has no path to it or to the internet.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Revisit trigger: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sustained Aurora connection pressure (alarm at 80% of 50) -&gt; introduce RDS Proxy; steady traffic -&gt; reserved concurrency once the account quota (10) is raised.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Money — poll over webhook, append over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Ingestion: scheduled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Webhooks rejected: an inbound money-bearing endpoint is a spoofing surface, needs ordering + retry semantics, and the retailer offers no reliable one anyway (ADR-0009).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Poll = a cursor in poller_state + listOrdersByIndex every 15 min: replayable from any point, idempotent by the ledger unique index, nothing to authenticate inbound.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Accepted latency: minutes to surface, 24-48 h to confirm (retailer settlement dominates - the product promise is days, not seconds).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Interim throttling (ADR-0021): sequential calls + one ban-window retry; revisit at real volume / app approval.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Storage: append-only + GRANT-enforced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Lifecycle is data, not mutation: pending -&gt; confirmed -&gt; clawback are separate immutable rows; balances are always derived.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The invariant lives in Postgres, not app code: UPDATE/DELETE revoked from every role; only poller_writer can INSERT; audit_append is SECURITY DEFINER.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Hash-chained audit log makes tampering evident; admin config changes audit through the same chain.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Blast radius: a bug or compromise in any read path has zero write capability on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Cost model — a measured floor, then linear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2011680"/>
                <a:gridCol w="57607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Line item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Note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Compute + APIs + DynamoDB idle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Everything scales from zero; Aurora paused = storage only (~$2)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web ACLs + rules)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~$15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The deliberate fixed floor: CloudFront ACL + Cognito-pool ACL - protection we chose to always-on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Secrets, Route 53, misc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2 retailer secrets, hosted zone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OTP delivery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capped $1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SNS hard cap (SMS sandbox); WhatsApp is ~10x cheaper per message at scale - hence WhatsApp-default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/ proxies /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Architecturally eliminated (slide 10)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Costs we accepted knowingly: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cold-resume UX risk on first wallet read (mitigated by warm-up probe); one AWS account for dev+prod shares SMS caps and quotas - flagged for split before scale.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Unit economics guardrail: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redirect hot path (the viral surface) costs micro-cents per thousand clicks and cannot touch Aurora - cost scales with revenue-bearing traffic, not with virality.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Limits I know about — and their revisit triggers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59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4114800"/>
                <a:gridCol w="3749039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Limitation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Current stance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Revisit trigger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Single active region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Cross-region backups only; RTO = hours (ADR-0005)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Revenue SLA or user base that prices an active-standby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PII: no PITR, weak queries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Accepted for MVP; profile is thin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Compliance/BI needs -&gt; dual-write projection to SQL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JWT revocation lag &lt;= 1 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Only member surface is a read-only wallet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Any sensitive member mutation -&gt; short tokens or in-handler check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Account concurrency = 10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reserved concurrency anywhere (deliberate)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Quota raise, then per-function caps return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dev + prod in one account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Shared SMS cap and service quotas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Before marketing push: account split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Retailer throttling interim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Poller volume growth or AliExpress app approval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200" b="0">
                <a:solidFill>
                  <a:srgbClr val="8A968F"/>
                </a:solidFill>
                <a:latin typeface="Space Mono"/>
              </a:rPr>
              <a:t>    backup: sequence diagrams · failure modes · the rejected-alternatives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9DB6AB"/>
                </a:solidFill>
                <a:latin typeface="Hanken Grotesk"/>
              </a:rPr>
              <a:t>Sequence diagrams for the main flows  ·  the ADR map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83196" y="1618488"/>
            <a:ext cx="8025303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788" y="1783080"/>
            <a:ext cx="7696119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84386" y="1618488"/>
            <a:ext cx="8822921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978" y="1783080"/>
            <a:ext cx="8493737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3372" y="1618488"/>
            <a:ext cx="8724950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964" y="1783080"/>
            <a:ext cx="8395766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07" y="2068007"/>
            <a:ext cx="289681" cy="289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8074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Architecture · 0001-0009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767" y="2068007"/>
            <a:ext cx="289681" cy="2896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7550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Stack · 0010-0016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pl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4527" y="2068007"/>
            <a:ext cx="289681" cy="28968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7026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Extensions · 0017-0021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04217" y="1618488"/>
            <a:ext cx="6583260" cy="43525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809" y="1783080"/>
            <a:ext cx="6254076" cy="40233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ADR-0003 + 0027 — where data lives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27848" y="1618488"/>
            <a:ext cx="8135997" cy="293522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440" y="1783080"/>
            <a:ext cx="7806813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70916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Failure modes and recovery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420624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Behavior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Recovery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cold resume (~20 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First wallet read after idle stalls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SPA fires /healthz/db warm-up probe on auth screens; 60 s connect timeout rides it 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AliExpress ApiCallLimit ban window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 heartbeat calls rejected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(ADR-0021); cursor unmoved -&gt; next beat replays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WhatsApp delivery down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OTP channel unavailable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Sticky-preference fallback to SMS; runtime-config kill switches; SNS spend cap bounds abuse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Poller crash mid-batch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Partial writes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Cursor advances only after batch; ledger unique index makes replays no-ops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Dispatcher poison message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Outbox item repeatedly fails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bisectBatchOnError + 3 retries -&gt; SQS DLQ (14 d); items age out by TTL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outage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new logins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Static SPA still serves; landing redirect works for guests (DynamoDB-only path)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Rejected alternatives — the graveyard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77240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Alternative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 not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Data API (no-VPC SQL)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 verified, killed the design branch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Lambda Function URLs for landing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il-central-1 -&gt; HTTP API behind CloudFront /p/*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+ interface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Fixed monthly cost for idle capability; non-VPC chaining is $0 and least-privilege by construction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Cost + unneeded at 50-connection scale; revisit on connection-pressure alarm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Managed Login for customers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Hebrew/RTL; passkey RP-ID silo on the auth subdomain (kept for the admin console, where it fits)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Conversion webhooks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Spoofable inbound money surface + no reliable retailer support; reconciliation poll is replayable and auditable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Self-minted session JWTs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 second token validation path across every API; Cognito stays the only issuer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customer table (PII in SQL)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Kept Aurora on the auth path and PII in two stores; moved to Cognito attributes (ADR-0027)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